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88C1D-2074-46A3-BDD9-DEE520A4D204}" v="18" dt="2025-11-28T16:58:47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A8CA-9972-C2F6-61FA-A32CE753F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F9E88-B2A1-6C7C-C427-0625CE6CE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C2D52-1A14-5390-977E-6C1FDEE9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52A2E-BECF-990D-9643-43BC991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23F54-31C7-DD5A-BD77-00E784FE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193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69F5-CCC1-024A-95AE-B3FB3AB69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83BAA-90A7-2463-F601-C0ABAEF91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8AB6-8477-993F-6025-7FA54905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86294-CF8D-F588-618B-C37AC951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F5953-A09C-2822-3834-845B58F8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90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F14D-36F7-8527-711A-3C11F820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5F77C-F83E-2C16-6A9C-62BD5A0BB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5AEF5-87B3-052A-F4F9-7380AC45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C1C68-FB89-6284-B774-6AED5469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F01BA-D5A9-5F40-17C2-B24AF540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82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C4C8-32C6-96F8-CB4A-1AECDC07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E80A-23CC-800D-01B6-E33BC30C4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E955E-32E1-BF41-CCD1-75FB3575C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AFC01-A08F-E8C2-86A8-51C846C1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3CA33-CA2A-6A36-B4A5-96490985A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8A816-63B7-31EA-2795-4226505B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4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34C-E4A8-1B75-62C7-0260512F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8A25A-DF28-3494-6A9F-F8B36893B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C6732-67CA-C7DF-04CF-D5C667872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907B7-93B4-07E7-61C7-A805D214A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FAEF-F789-27B8-D255-27BB03DAB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EE032-8EFE-6281-E4AF-42161CE7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F55E1B-7376-4683-721D-6A251398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D7DC4-19B2-EF11-ECD0-E0ACAECC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6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BB90-05EE-A218-FB6D-02F5C212C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07FCD-A620-A175-D008-B80B6678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920C8-8913-BE19-875A-AA13A3D4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85967-FB68-6325-C920-8C65902E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23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6109F-D6BB-DE7F-D629-C2DCA287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384B7-29D1-6904-57B5-5BDB3FD0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16DAD-FF1C-E8DF-6B8D-BCE0B32E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6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46C8-D692-1C68-2372-EE5105AF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7694D-408C-FE5E-FB7E-E2D12EC30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381C2-2375-5BE6-E6D9-B00CE92C3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0D092-1D3A-4070-0391-CC038CF4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FC5A9-0146-514B-8ED7-A5C4FEBB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41E43-9304-35FC-6BEA-4E19E373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21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66A9-9D8B-4785-49BD-F2837B25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2C46E-2A9B-FF4B-1E7A-9E67F883B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5C4ED-7109-74C0-0F1F-F5DB6CAEF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A3080-3246-A89F-EE65-7EE37C3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8FAC9-1800-C90C-0CE2-5EF31527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7B9CA-F069-CDFC-1D81-6A2A8EAC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57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A6CA-0B5E-8A43-2F60-5B700F36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22B7F-C522-68D5-EACD-711C8D4BF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7BF6D-BAEE-185F-2AD6-102A4A677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3D108-FEF0-26D0-4908-0CD7D230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23083-C8A6-91A2-76EA-FC4CF4D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13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BA544-07C0-F8DA-4620-04B122908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8A3D0-E463-2819-9462-FF3A66E45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8F3AE-8911-1E02-EA84-F010358A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AADDB-D47F-9A61-91A2-2161C9792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1379D-4A06-2747-B8CD-BC173543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02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B9F1E-7B33-B693-F8A0-0041CD08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A633F-1B7C-2C8A-D68B-FDD256B6D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DF86B-9B00-843B-2F0C-66D3CB96D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A496C-FD8F-419C-9415-FF4FE198FED3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12926-CA1A-BFCA-A6E3-4BB9670CC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A8DFF-8C5B-2D5C-23F5-1D95268D2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83410-6FBB-46B6-BB09-765108548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72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CCF9-7164-6093-7777-67FDB454D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30B86-7DE0-918A-EBD0-46502B442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blue and white dna structure&#10;&#10;AI-generated content may be incorrect.">
            <a:extLst>
              <a:ext uri="{FF2B5EF4-FFF2-40B4-BE49-F238E27FC236}">
                <a16:creationId xmlns:a16="http://schemas.microsoft.com/office/drawing/2014/main" id="{1606CC23-233C-4FE0-9067-AAEACD1CF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3240"/>
            <a:ext cx="12192000" cy="69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74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80F3B-25C0-2D71-A7EE-357FA8A2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screenshot of a phone">
            <a:extLst>
              <a:ext uri="{FF2B5EF4-FFF2-40B4-BE49-F238E27FC236}">
                <a16:creationId xmlns:a16="http://schemas.microsoft.com/office/drawing/2014/main" id="{525C3378-CB80-65DD-B832-FF37BFCED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2488"/>
            <a:ext cx="12192000" cy="6930488"/>
          </a:xfrm>
        </p:spPr>
      </p:pic>
    </p:spTree>
    <p:extLst>
      <p:ext uri="{BB962C8B-B14F-4D97-AF65-F5344CB8AC3E}">
        <p14:creationId xmlns:p14="http://schemas.microsoft.com/office/powerpoint/2010/main" val="81722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1D7C-1F29-50D2-6C4B-F2AE1697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50837F-1E94-C8D1-44A7-CCF0BCE9A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3513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B067-DB03-EE2D-32DA-65CB00E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4F8F70-15F4-9C03-FDBF-D037A3753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3803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556C-9ACE-1FFE-95BF-0395915A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95EAEB-4532-3409-12C5-4A2EC84CF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8705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AFAC-39F1-49B7-CF35-52039F7D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23AC4-4883-6092-3EAF-66D3179E6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003647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4C63-40C7-02EC-4DF1-5288B5E6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51037C-E740-5544-B633-AE59D15C9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171239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385D-E89D-1F47-CEB1-BCF3E9EA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diagram of steps and steps">
            <a:extLst>
              <a:ext uri="{FF2B5EF4-FFF2-40B4-BE49-F238E27FC236}">
                <a16:creationId xmlns:a16="http://schemas.microsoft.com/office/drawing/2014/main" id="{03F7F1DC-6199-DF4D-34A9-5A94F4092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9157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ABCF-0DCA-3BC2-72FB-95C35AE2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23E03C9D-E518-AD60-3FC2-25E7ED9A8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41349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349D-8D3E-FFC3-EB44-67CCD7A1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diagram of a data entry">
            <a:extLst>
              <a:ext uri="{FF2B5EF4-FFF2-40B4-BE49-F238E27FC236}">
                <a16:creationId xmlns:a16="http://schemas.microsoft.com/office/drawing/2014/main" id="{A648334F-5D87-4C72-1945-089940645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4933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8AAD-0D40-8771-D57D-9E2B69B9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close-up of a medical report">
            <a:extLst>
              <a:ext uri="{FF2B5EF4-FFF2-40B4-BE49-F238E27FC236}">
                <a16:creationId xmlns:a16="http://schemas.microsoft.com/office/drawing/2014/main" id="{785A5587-D249-B6A7-EA0B-7B86E6A00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92342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D7F4-1888-179E-8EDC-AD00EFC1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3" name="Content Placeholder 22" descr="A blue spirals of tubes&#10;&#10;AI-generated content may be incorrect.">
            <a:extLst>
              <a:ext uri="{FF2B5EF4-FFF2-40B4-BE49-F238E27FC236}">
                <a16:creationId xmlns:a16="http://schemas.microsoft.com/office/drawing/2014/main" id="{A62E1560-DBFD-3D7B-25A6-0DD0D8776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51311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756E-F3E2-7A1C-D226-FC0F520A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white text on a white background">
            <a:extLst>
              <a:ext uri="{FF2B5EF4-FFF2-40B4-BE49-F238E27FC236}">
                <a16:creationId xmlns:a16="http://schemas.microsoft.com/office/drawing/2014/main" id="{3E3AD7D7-725F-7244-90FA-9C3ED0C69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90735"/>
          </a:xfrm>
        </p:spPr>
      </p:pic>
    </p:spTree>
    <p:extLst>
      <p:ext uri="{BB962C8B-B14F-4D97-AF65-F5344CB8AC3E}">
        <p14:creationId xmlns:p14="http://schemas.microsoft.com/office/powerpoint/2010/main" val="1078170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B322-200C-A685-EDD3-2D2ADD5B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8A0246-9E5F-91AC-CC88-CD2C72DDD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4285222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784A-F1CE-3BC2-717A-B6223206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blue spiral with white text">
            <a:extLst>
              <a:ext uri="{FF2B5EF4-FFF2-40B4-BE49-F238E27FC236}">
                <a16:creationId xmlns:a16="http://schemas.microsoft.com/office/drawing/2014/main" id="{D982CB51-7BB5-C032-0EB3-46448005A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3149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8FCD-D273-12E3-B8AC-A9E4018D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37DA33DD-4E6B-38BC-AF9F-7D760BE5F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476"/>
            <a:ext cx="12191999" cy="6651523"/>
          </a:xfrm>
        </p:spPr>
      </p:pic>
    </p:spTree>
    <p:extLst>
      <p:ext uri="{BB962C8B-B14F-4D97-AF65-F5344CB8AC3E}">
        <p14:creationId xmlns:p14="http://schemas.microsoft.com/office/powerpoint/2010/main" val="407840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76F6-1F22-915F-A923-00B835C6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blue and white presentation">
            <a:extLst>
              <a:ext uri="{FF2B5EF4-FFF2-40B4-BE49-F238E27FC236}">
                <a16:creationId xmlns:a16="http://schemas.microsoft.com/office/drawing/2014/main" id="{504FB7BE-D1E3-D3A7-41B1-E5E92B3B8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9740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0050-519A-1CE4-6932-910030D7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blue spiraling tubes with a black background&#10;&#10;AI-generated content may be incorrect.">
            <a:extLst>
              <a:ext uri="{FF2B5EF4-FFF2-40B4-BE49-F238E27FC236}">
                <a16:creationId xmlns:a16="http://schemas.microsoft.com/office/drawing/2014/main" id="{D8FBA830-0419-527B-D5BE-DC5492A5F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13485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009F-1BC7-1D22-BBB5-55C060D5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app">
            <a:extLst>
              <a:ext uri="{FF2B5EF4-FFF2-40B4-BE49-F238E27FC236}">
                <a16:creationId xmlns:a16="http://schemas.microsoft.com/office/drawing/2014/main" id="{1D4A6F40-BAF6-C371-FC3F-DF91301A0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5471" y="0"/>
            <a:ext cx="12609871" cy="6858000"/>
          </a:xfrm>
        </p:spPr>
      </p:pic>
    </p:spTree>
    <p:extLst>
      <p:ext uri="{BB962C8B-B14F-4D97-AF65-F5344CB8AC3E}">
        <p14:creationId xmlns:p14="http://schemas.microsoft.com/office/powerpoint/2010/main" val="2902386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D40A-EAF4-E0ED-7DFC-6DFAC50F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white and black page">
            <a:extLst>
              <a:ext uri="{FF2B5EF4-FFF2-40B4-BE49-F238E27FC236}">
                <a16:creationId xmlns:a16="http://schemas.microsoft.com/office/drawing/2014/main" id="{FC1C3D50-4CDD-137B-9047-CBED35692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913984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DBE0-7296-675C-DB06-DB0B80E6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blue and black dna structure">
            <a:extLst>
              <a:ext uri="{FF2B5EF4-FFF2-40B4-BE49-F238E27FC236}">
                <a16:creationId xmlns:a16="http://schemas.microsoft.com/office/drawing/2014/main" id="{31C32118-3155-ED89-DE1E-FBA3020E9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172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Gollapudi Prasanna</dc:creator>
  <cp:lastModifiedBy>Gollapudi Prasanna</cp:lastModifiedBy>
  <cp:revision>3</cp:revision>
  <dcterms:created xsi:type="dcterms:W3CDTF">2025-11-28T16:36:05Z</dcterms:created>
  <dcterms:modified xsi:type="dcterms:W3CDTF">2025-11-28T17:21:57Z</dcterms:modified>
</cp:coreProperties>
</file>